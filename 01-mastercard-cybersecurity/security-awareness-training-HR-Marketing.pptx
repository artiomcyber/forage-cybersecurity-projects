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144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5087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457200"/>
            <a:ext cx="4114800" cy="4114800"/>
          </a:xfrm>
          <a:prstGeom prst="ellipse">
            <a:avLst/>
          </a:prstGeom>
          <a:solidFill>
            <a:srgbClr val="EF4444">
              <a:alpha val="12000"/>
            </a:srgbClr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" name="Shape 1"/>
          <p:cNvSpPr/>
          <p:nvPr/>
        </p:nvSpPr>
        <p:spPr>
          <a:xfrm>
            <a:off x="7132320" y="91440"/>
            <a:ext cx="2926080" cy="2926080"/>
          </a:xfrm>
          <a:prstGeom prst="ellipse">
            <a:avLst/>
          </a:prstGeom>
          <a:solidFill>
            <a:srgbClr val="EF4444">
              <a:alpha val="25000"/>
            </a:srgbClr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457200"/>
            <a:ext cx="146304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50292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DON'T TAKE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457200" y="118872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BAIT 🎣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457200" y="205740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Guide to Spotting Phishing Attacks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57200" y="2560320"/>
            <a:ext cx="4114800" cy="36576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9" name="Text 6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TEAMS MOST AT RISK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3337560"/>
            <a:ext cx="1600200" cy="594360"/>
          </a:xfrm>
          <a:prstGeom prst="roundRect">
            <a:avLst>
              <a:gd name="adj" fmla="val 12308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1" name="Text 8"/>
          <p:cNvSpPr/>
          <p:nvPr/>
        </p:nvSpPr>
        <p:spPr>
          <a:xfrm>
            <a:off x="457200" y="3337560"/>
            <a:ext cx="160020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Finance &amp; Accounting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167128" y="3337560"/>
            <a:ext cx="1600200" cy="594360"/>
          </a:xfrm>
          <a:prstGeom prst="roundRect">
            <a:avLst>
              <a:gd name="adj" fmla="val 12308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3" name="Text 10"/>
          <p:cNvSpPr/>
          <p:nvPr/>
        </p:nvSpPr>
        <p:spPr>
          <a:xfrm>
            <a:off x="2167128" y="3337560"/>
            <a:ext cx="160020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HR &amp; People Ops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877056" y="3337560"/>
            <a:ext cx="1600200" cy="594360"/>
          </a:xfrm>
          <a:prstGeom prst="roundRect">
            <a:avLst>
              <a:gd name="adj" fmla="val 12308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5" name="Text 12"/>
          <p:cNvSpPr/>
          <p:nvPr/>
        </p:nvSpPr>
        <p:spPr>
          <a:xfrm>
            <a:off x="3877056" y="3337560"/>
            <a:ext cx="160020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IT &amp; Engineering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586984" y="3337560"/>
            <a:ext cx="1600200" cy="594360"/>
          </a:xfrm>
          <a:prstGeom prst="roundRect">
            <a:avLst>
              <a:gd name="adj" fmla="val 12308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7" name="Text 14"/>
          <p:cNvSpPr/>
          <p:nvPr/>
        </p:nvSpPr>
        <p:spPr>
          <a:xfrm>
            <a:off x="5586984" y="3337560"/>
            <a:ext cx="160020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Executives &amp; PA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7296912" y="3337560"/>
            <a:ext cx="1600200" cy="594360"/>
          </a:xfrm>
          <a:prstGeom prst="roundRect">
            <a:avLst>
              <a:gd name="adj" fmla="val 12308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9" name="Text 16"/>
          <p:cNvSpPr/>
          <p:nvPr/>
        </p:nvSpPr>
        <p:spPr>
          <a:xfrm>
            <a:off x="7296912" y="3337560"/>
            <a:ext cx="160020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📣  Sales &amp; Marketing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these teams? They handle sensitive data, money transfers, credentials &amp; executive comms — prime targets.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640080"/>
            <a:ext cx="1463040" cy="1463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" y="22860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82880" y="27432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PHISHING?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82880" y="33375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(Hint: it's not a weekend hobby)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114800" y="45720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is a cyberattack where criminals impersonate trusted people or brands to trick you into: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114800" y="1417320"/>
            <a:ext cx="4663440" cy="530352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9" name="Text 6"/>
          <p:cNvSpPr/>
          <p:nvPr/>
        </p:nvSpPr>
        <p:spPr>
          <a:xfrm>
            <a:off x="4206240" y="1417320"/>
            <a:ext cx="457200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Revealing passwords or credentials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114800" y="2075688"/>
            <a:ext cx="4663440" cy="530352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1" name="Text 8"/>
          <p:cNvSpPr/>
          <p:nvPr/>
        </p:nvSpPr>
        <p:spPr>
          <a:xfrm>
            <a:off x="4206240" y="2075688"/>
            <a:ext cx="457200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 Sharing financial or personal data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114800" y="2734056"/>
            <a:ext cx="4663440" cy="530352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3" name="Text 10"/>
          <p:cNvSpPr/>
          <p:nvPr/>
        </p:nvSpPr>
        <p:spPr>
          <a:xfrm>
            <a:off x="4206240" y="2734056"/>
            <a:ext cx="457200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📎  Downloading malware via attachments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114800" y="3392424"/>
            <a:ext cx="4663440" cy="530352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5" name="Text 12"/>
          <p:cNvSpPr/>
          <p:nvPr/>
        </p:nvSpPr>
        <p:spPr>
          <a:xfrm>
            <a:off x="4206240" y="3392424"/>
            <a:ext cx="457200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Clicking links to fake login pages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114800" y="4160520"/>
            <a:ext cx="4663440" cy="749808"/>
          </a:xfrm>
          <a:prstGeom prst="roundRect">
            <a:avLst>
              <a:gd name="adj" fmla="val 9756"/>
            </a:avLst>
          </a:prstGeom>
          <a:solidFill>
            <a:srgbClr val="EF4444">
              <a:alpha val="85000"/>
            </a:srgbClr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7" name="Text 14"/>
          <p:cNvSpPr/>
          <p:nvPr/>
        </p:nvSpPr>
        <p:spPr>
          <a:xfrm>
            <a:off x="4206240" y="4160520"/>
            <a:ext cx="4572000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of data breaches start with a phishing email.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🔍  LEARN TO SPOT A PHISHING EMAIL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Here's a fake email — how many red flags can you find?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502920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5029200" cy="347472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6" name="Text 4"/>
          <p:cNvSpPr/>
          <p:nvPr/>
        </p:nvSpPr>
        <p:spPr>
          <a:xfrm>
            <a:off x="411480" y="10424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New Message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44475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From: </a:t>
            </a: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security-alert@paypa1-support.com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71907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 </a:t>
            </a: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URGENT: Your account will be suspended in 24hrs!!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4754880" cy="18288"/>
          </a:xfrm>
          <a:prstGeom prst="rect">
            <a:avLst/>
          </a:prstGeom>
          <a:solidFill>
            <a:srgbClr val="D1D5DB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0" name="Text 8"/>
          <p:cNvSpPr/>
          <p:nvPr/>
        </p:nvSpPr>
        <p:spPr>
          <a:xfrm>
            <a:off x="457200" y="210312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Dear Valued Customer,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30428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505456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have detected suspicious activity on your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706624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account. Your access will be SUSPENDED unless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290779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verify your details IMMEDIATELY.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310896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31012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link below to secure your account: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051560" y="3657600"/>
            <a:ext cx="3474720" cy="411480"/>
          </a:xfrm>
          <a:prstGeom prst="roundRect">
            <a:avLst>
              <a:gd name="adj" fmla="val 11111"/>
            </a:avLst>
          </a:prstGeom>
          <a:solidFill>
            <a:srgbClr val="1D4ED8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8" name="Text 16"/>
          <p:cNvSpPr/>
          <p:nvPr/>
        </p:nvSpPr>
        <p:spPr>
          <a:xfrm>
            <a:off x="1051560" y="3657600"/>
            <a:ext cx="347472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 Verify Now at http://paypa1-secure-login.ru &lt;&lt;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42062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PayPal Security Team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reply to this email.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577840" y="9601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🚩  RED FLAGS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577840" y="1417320"/>
            <a:ext cx="3291840" cy="566928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2" name="Shape 20"/>
          <p:cNvSpPr/>
          <p:nvPr/>
        </p:nvSpPr>
        <p:spPr>
          <a:xfrm>
            <a:off x="5623560" y="1499616"/>
            <a:ext cx="347472" cy="347472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3" name="Text 21"/>
          <p:cNvSpPr/>
          <p:nvPr/>
        </p:nvSpPr>
        <p:spPr>
          <a:xfrm>
            <a:off x="5623560" y="14996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035040" y="145389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Misspelled domain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035040" y="169164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paypa1 (number 1, not L)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577840" y="2075688"/>
            <a:ext cx="3291840" cy="566928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7" name="Shape 25"/>
          <p:cNvSpPr/>
          <p:nvPr/>
        </p:nvSpPr>
        <p:spPr>
          <a:xfrm>
            <a:off x="5623560" y="2157984"/>
            <a:ext cx="347472" cy="347472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8" name="Text 26"/>
          <p:cNvSpPr/>
          <p:nvPr/>
        </p:nvSpPr>
        <p:spPr>
          <a:xfrm>
            <a:off x="5623560" y="21579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035040" y="21122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&amp; threats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035040" y="235000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"SUSPENDED in 24hrs!!"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577840" y="2734056"/>
            <a:ext cx="3291840" cy="566928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2" name="Shape 30"/>
          <p:cNvSpPr/>
          <p:nvPr/>
        </p:nvSpPr>
        <p:spPr>
          <a:xfrm>
            <a:off x="5623560" y="2816352"/>
            <a:ext cx="347472" cy="347472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3" name="Text 31"/>
          <p:cNvSpPr/>
          <p:nvPr/>
        </p:nvSpPr>
        <p:spPr>
          <a:xfrm>
            <a:off x="5623560" y="28163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035040" y="27706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URL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035040" y="300837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.ru domain ≠ PayPal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577840" y="3392424"/>
            <a:ext cx="3291840" cy="566928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7" name="Shape 35"/>
          <p:cNvSpPr/>
          <p:nvPr/>
        </p:nvSpPr>
        <p:spPr>
          <a:xfrm>
            <a:off x="5623560" y="3474720"/>
            <a:ext cx="347472" cy="347472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8" name="Text 36"/>
          <p:cNvSpPr/>
          <p:nvPr/>
        </p:nvSpPr>
        <p:spPr>
          <a:xfrm>
            <a:off x="5623560" y="3474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035040" y="3429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greeting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035040" y="366674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"Valued Customer" not your name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577840" y="4050792"/>
            <a:ext cx="3291840" cy="566928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42" name="Shape 40"/>
          <p:cNvSpPr/>
          <p:nvPr/>
        </p:nvSpPr>
        <p:spPr>
          <a:xfrm>
            <a:off x="5623560" y="4133088"/>
            <a:ext cx="347472" cy="347472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43" name="Text 41"/>
          <p:cNvSpPr/>
          <p:nvPr/>
        </p:nvSpPr>
        <p:spPr>
          <a:xfrm>
            <a:off x="5623560" y="41330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035040" y="40873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Panic language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035040" y="43251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URGENT, IMMEDIATELY — pressure tactics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82880"/>
            <a:ext cx="685800" cy="685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0116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DO WE STOP GETTING PHISHED?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097280" y="7132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6-step survival guide 🛡️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320040" y="1143000"/>
            <a:ext cx="2651760" cy="128016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7" name="Shape 4"/>
          <p:cNvSpPr/>
          <p:nvPr/>
        </p:nvSpPr>
        <p:spPr>
          <a:xfrm>
            <a:off x="320040" y="1143000"/>
            <a:ext cx="64008" cy="128016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8" name="Text 5"/>
          <p:cNvSpPr/>
          <p:nvPr/>
        </p:nvSpPr>
        <p:spPr>
          <a:xfrm>
            <a:off x="484632" y="125272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914400" y="125272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sender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84632" y="1691640"/>
            <a:ext cx="23957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full email address — not just the display name. Hover before you click.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154680" y="1143000"/>
            <a:ext cx="2651760" cy="128016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2" name="Shape 9"/>
          <p:cNvSpPr/>
          <p:nvPr/>
        </p:nvSpPr>
        <p:spPr>
          <a:xfrm>
            <a:off x="3154680" y="1143000"/>
            <a:ext cx="64008" cy="128016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3" name="Text 10"/>
          <p:cNvSpPr/>
          <p:nvPr/>
        </p:nvSpPr>
        <p:spPr>
          <a:xfrm>
            <a:off x="3319272" y="125272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3749040" y="125272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links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319272" y="1691640"/>
            <a:ext cx="23957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over any link. If the URL looks odd or uses a URL shortener — don't click.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989320" y="1143000"/>
            <a:ext cx="2651760" cy="128016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7" name="Shape 14"/>
          <p:cNvSpPr/>
          <p:nvPr/>
        </p:nvSpPr>
        <p:spPr>
          <a:xfrm>
            <a:off x="5989320" y="1143000"/>
            <a:ext cx="64008" cy="128016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8" name="Text 15"/>
          <p:cNvSpPr/>
          <p:nvPr/>
        </p:nvSpPr>
        <p:spPr>
          <a:xfrm>
            <a:off x="6153912" y="125272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⏸️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6583680" y="125272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before acting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153912" y="1691640"/>
            <a:ext cx="23957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= red flag. Legit companies won't threaten you to act in minutes.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320040" y="2606040"/>
            <a:ext cx="2651760" cy="128016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22" name="Shape 19"/>
          <p:cNvSpPr/>
          <p:nvPr/>
        </p:nvSpPr>
        <p:spPr>
          <a:xfrm>
            <a:off x="320040" y="2606040"/>
            <a:ext cx="64008" cy="128016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3" name="Text 20"/>
          <p:cNvSpPr/>
          <p:nvPr/>
        </p:nvSpPr>
        <p:spPr>
          <a:xfrm>
            <a:off x="484632" y="271576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914400" y="271576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MFA everywhere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84632" y="3154680"/>
            <a:ext cx="23957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Multi-factor authentication stops attackers even if they steal your password.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3154680" y="2606040"/>
            <a:ext cx="2651760" cy="128016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27" name="Shape 24"/>
          <p:cNvSpPr/>
          <p:nvPr/>
        </p:nvSpPr>
        <p:spPr>
          <a:xfrm>
            <a:off x="3154680" y="2606040"/>
            <a:ext cx="64008" cy="128016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8" name="Text 25"/>
          <p:cNvSpPr/>
          <p:nvPr/>
        </p:nvSpPr>
        <p:spPr>
          <a:xfrm>
            <a:off x="3319272" y="271576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📞</a:t>
            </a:r>
            <a:endParaRPr lang="en-US" sz="2200" dirty="0"/>
          </a:p>
        </p:txBody>
      </p:sp>
      <p:sp>
        <p:nvSpPr>
          <p:cNvPr id="29" name="Text 26"/>
          <p:cNvSpPr/>
          <p:nvPr/>
        </p:nvSpPr>
        <p:spPr>
          <a:xfrm>
            <a:off x="3749040" y="271576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out-of-band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3319272" y="3154680"/>
            <a:ext cx="23957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 a surprise request for money or data? Call the person directly to confirm.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5989320" y="2606040"/>
            <a:ext cx="2651760" cy="128016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32" name="Shape 29"/>
          <p:cNvSpPr/>
          <p:nvPr/>
        </p:nvSpPr>
        <p:spPr>
          <a:xfrm>
            <a:off x="5989320" y="2606040"/>
            <a:ext cx="64008" cy="128016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3" name="Text 30"/>
          <p:cNvSpPr/>
          <p:nvPr/>
        </p:nvSpPr>
        <p:spPr>
          <a:xfrm>
            <a:off x="6153912" y="271576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🚨</a:t>
            </a:r>
            <a:endParaRPr lang="en-US" sz="2200" dirty="0"/>
          </a:p>
        </p:txBody>
      </p:sp>
      <p:sp>
        <p:nvSpPr>
          <p:cNvPr id="34" name="Text 31"/>
          <p:cNvSpPr/>
          <p:nvPr/>
        </p:nvSpPr>
        <p:spPr>
          <a:xfrm>
            <a:off x="6583680" y="271576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it fast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6153912" y="3154680"/>
            <a:ext cx="23957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Spotted something fishy? Report to IT Security immediately — don't delete it!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7" name="Text 34"/>
          <p:cNvSpPr/>
          <p:nvPr/>
        </p:nvSpPr>
        <p:spPr>
          <a:xfrm>
            <a:off x="274320" y="4754880"/>
            <a:ext cx="859536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🎣  When in doubt — DON'T click. Report to IT Security instead. Together we stay safe!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416</Words>
  <Application>Microsoft Office PowerPoint</Application>
  <PresentationFormat>On-screen Show (16:9)</PresentationFormat>
  <Paragraphs>73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Don't Take the Bait – Phishing Awareness</dc:title>
  <dc:subject>PptxGenJS Presentation</dc:subject>
  <dc:creator>PptxGenJS</dc:creator>
  <cp:lastModifiedBy>Fatiha El Azrak</cp:lastModifiedBy>
  <cp:revision>1</cp:revision>
  <dcterms:created xsi:type="dcterms:W3CDTF">2026-06-06T11:07:13Z</dcterms:created>
  <dcterms:modified xsi:type="dcterms:W3CDTF">2026-06-06T11:12:34Z</dcterms:modified>
</cp:coreProperties>
</file>